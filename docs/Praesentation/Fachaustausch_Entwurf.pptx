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86DD53-D533-4521-8287-2AF38F9F4F5E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68BA9F-9703-4D4F-8B35-E330E0797B8A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2879640"/>
            <a:ext cx="5434200" cy="205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 im Weekly über Umsetzung reden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Meistens haben alle ähnliche Vorstellungen, wie Umsetzung passiert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40000" y="1260000"/>
            <a:ext cx="8184600" cy="14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Software-Architektur sehr stark vom Framework (Django) vorgegeben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Domänenmodell zu Beginn erstellt, seitdem starke Orientierung daran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895640" cy="407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 startAt="2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Umsetzung der Entwurfsidee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Eric(=Architekt) erstellt Schnittstellen für Frontend-Backend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Anbindungen in spezifischer Datei zu finden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Frontend: Erstellung eines Wireframes(einzeln/gemeinsam) in Miro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5901480" y="1172520"/>
            <a:ext cx="3638160" cy="234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Schwierigkeiten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840" cy="32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Kleinteilige Architektur nicht so gut umgesetzt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Dennoch relativ übersichtlich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fehlen bei Implementierung einer Funktion noch Schnittstellen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Müssen im nachhinein noch hinzugefügt werden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Dokumentation der Schnittstellen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040000" y="5040000"/>
            <a:ext cx="4679280" cy="35928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ccccc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de-DE" sz="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Miro-Board: https://miro.com/app/board/uXjVICkDR1A=/</a:t>
            </a:r>
            <a:endParaRPr b="0" lang="de-DE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Beispiel-Modelle/-Sichten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180000" y="1172520"/>
            <a:ext cx="4876200" cy="31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4280"/>
            <a:ext cx="9069840" cy="94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Bewertung und Auswahl von Ideen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840" cy="407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Beschreibung von neuen Ideen im Miro-Board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Werden im Weekly besprochen, Diskussion über Auswahl/Verbesserungsmöglichkeiten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2025-11-17T22:47:01Z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