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12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2EE5FD-A31D-4EBC-9119-7B7331579C6E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760" cy="32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12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61876B-483F-4138-AC72-91556CF1318A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85800" y="3428640"/>
            <a:ext cx="5433120" cy="205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Allgemein im Weekly über Umsetzung reden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Meistens haben alle ähnliche Vorstellungen, wie Umsetzung passiert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540000" y="1260000"/>
            <a:ext cx="818352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Software-Architektur sehr stark vom Framework (Django) vorgegeben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Domänenmodell zu Beginn erstellt, seitdem starke Orientierung daran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Auswahl von Architektur nach den persönlichen Erfahrungen mit dieser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894560" cy="407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 startAt="2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Umsetzung der Entwurfsidee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Eric(=Architekt) erstellt Schnittstellen für Frontend-Backend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Anbindungen in spezifischer Datei zu finden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Frontend: Erstellung eines Wireframes(einzeln/gemeinsam) in Miro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5901480" y="1172520"/>
            <a:ext cx="3637080" cy="234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Beispiel-Modelle/-Sichten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2057400" y="3657600"/>
            <a:ext cx="5857560" cy="186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 descr=""/>
          <p:cNvPicPr/>
          <p:nvPr/>
        </p:nvPicPr>
        <p:blipFill>
          <a:blip r:embed="rId2"/>
          <a:stretch/>
        </p:blipFill>
        <p:spPr>
          <a:xfrm>
            <a:off x="180000" y="1143000"/>
            <a:ext cx="4848480" cy="3129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 descr=""/>
          <p:cNvPicPr/>
          <p:nvPr/>
        </p:nvPicPr>
        <p:blipFill>
          <a:blip r:embed="rId3"/>
          <a:stretch/>
        </p:blipFill>
        <p:spPr>
          <a:xfrm>
            <a:off x="8001000" y="1125720"/>
            <a:ext cx="1828440" cy="387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Bewertung und Auswahl von Ideen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8760" cy="407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Beschreibung von neuen Ideen im Miro-Board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Werden im Weekly besprochen, Diskussion über Auswahl/Verbesserungsmöglichkeiten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Schwierigkeiten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172520"/>
            <a:ext cx="9068760" cy="343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Teilw fehlen bei Implementierung einer Funktion noch Schnittstellen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Müssen im nachhinein noch hinzugefügt werden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Reinfindung in Aufbau von Django-Projekt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Viele kleine Dateien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Dokumentation der Schnittstellen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5040000" y="5040000"/>
            <a:ext cx="4678200" cy="358200"/>
          </a:xfrm>
          <a:prstGeom prst="roundRect">
            <a:avLst>
              <a:gd name="adj" fmla="val 16667"/>
            </a:avLst>
          </a:prstGeom>
          <a:noFill/>
          <a:ln w="0">
            <a:solidFill>
              <a:srgbClr val="ccccc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de-DE" sz="8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Miro-Board: https://miro.com/app/board/uXjVICkDR1A=/</a:t>
            </a:r>
            <a:endParaRPr b="0" lang="de-DE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Application>LibreOffice/25.2.6.2$Windows_X86_64 LibreOffice_project/729c5bfe710f5eb71ed3bbde9e06a6065e9c6c5d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2025-11-10T14:08:48Z</dcterms:created>
  <dc:creator/>
  <dc:description/>
  <dc:language>de-DE</dc:language>
  <cp:lastModifiedBy/>
  <dcterms:modified xsi:type="dcterms:W3CDTF">2025-11-19T18:39:22Z</dcterms:modified>
  <cp:revision>18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