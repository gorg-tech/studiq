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284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6DFF269-9CB8-428D-BCE7-A48ED842443B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0200" cy="328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694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69480" cy="32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4"/>
          </p:nvPr>
        </p:nvSpPr>
        <p:spPr>
          <a:xfrm>
            <a:off x="3447360" y="5165280"/>
            <a:ext cx="319284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5"/>
          </p:nvPr>
        </p:nvSpPr>
        <p:spPr>
          <a:xfrm>
            <a:off x="722736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765355-D50F-47A2-8401-4406D5054FCE}" type="slidenum">
              <a:rPr b="0" lang="de-DE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dt" idx="6"/>
          </p:nvPr>
        </p:nvSpPr>
        <p:spPr>
          <a:xfrm>
            <a:off x="504000" y="5165280"/>
            <a:ext cx="2346120" cy="388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504000" y="223920"/>
            <a:ext cx="9069480" cy="94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Entwurfs-Erstellung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subTitle"/>
          </p:nvPr>
        </p:nvSpPr>
        <p:spPr>
          <a:xfrm>
            <a:off x="504000" y="2879280"/>
            <a:ext cx="5433840" cy="2057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/>
            </a:pPr>
            <a:r>
              <a:rPr b="0" i="1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Allgemein im Weekly über Umsetzung reden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Meistens haben alle ähnliche Vorstellungen, wie Umsetzung passiert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540000" y="1260000"/>
            <a:ext cx="8184240" cy="14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Software-Architektur sehr stark vom Framework (Django) vorgegeben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Domänenmodell zu Beginn erstellt, seitdem starke Orientierung daran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504000" y="223920"/>
            <a:ext cx="9069480" cy="94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Entwurfs-Erstellung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895280" cy="407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Font typeface="OpenSymbol"/>
              <a:buAutoNum type="arabicParenR" startAt="2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Umsetzung der Entwurfsidee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Eric(=Architekt) erstellt Schnittstellen für Frontend-Backend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Anbindungen in spezifischer Datei zu finden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Frontend: Erstellung eines Wireframes(einzeln/gemeinsam) in Miro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5" name="" descr=""/>
          <p:cNvPicPr/>
          <p:nvPr/>
        </p:nvPicPr>
        <p:blipFill>
          <a:blip r:embed="rId1"/>
          <a:stretch/>
        </p:blipFill>
        <p:spPr>
          <a:xfrm>
            <a:off x="5901480" y="1172520"/>
            <a:ext cx="3637800" cy="23479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04000" y="223920"/>
            <a:ext cx="9069480" cy="94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Schwierigkeiten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480" cy="3286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Kleinteilige Architektur nicht so gut umgesetzt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Dennoch relativ übersichtlich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Teilw fehlen bei Implementierung einer Funktion noch Schnittstellen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Müssen im nachhinein noch hinzugefügt werden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Dokumentation der Schnittstellen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5040000" y="5040000"/>
            <a:ext cx="4678920" cy="358920"/>
          </a:xfrm>
          <a:prstGeom prst="roundRect">
            <a:avLst>
              <a:gd name="adj" fmla="val 16667"/>
            </a:avLst>
          </a:prstGeom>
          <a:noFill/>
          <a:ln w="0">
            <a:solidFill>
              <a:srgbClr val="cccccc"/>
            </a:solidFill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noAutofit/>
          </a:bodyPr>
          <a:p>
            <a:pPr algn="ctr">
              <a:lnSpc>
                <a:spcPct val="100000"/>
              </a:lnSpc>
            </a:pPr>
            <a:r>
              <a:rPr b="0" lang="de-DE" sz="800" strike="noStrike" u="none">
                <a:solidFill>
                  <a:srgbClr val="000000"/>
                </a:solidFill>
                <a:effectLst/>
                <a:uFillTx/>
                <a:latin typeface="Noto Sans"/>
                <a:ea typeface="DejaVu Sans"/>
              </a:rPr>
              <a:t>Miro-Board: https://miro.com/app/board/uXjVICkDR1A=/</a:t>
            </a:r>
            <a:endParaRPr b="0" lang="en-US" sz="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504000" y="223920"/>
            <a:ext cx="9069480" cy="94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Beispiel-Modelle/-Sichten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" name="" descr=""/>
          <p:cNvPicPr/>
          <p:nvPr/>
        </p:nvPicPr>
        <p:blipFill>
          <a:blip r:embed="rId1"/>
          <a:stretch/>
        </p:blipFill>
        <p:spPr>
          <a:xfrm>
            <a:off x="3285720" y="3429000"/>
            <a:ext cx="5858280" cy="1862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1" name="" descr=""/>
          <p:cNvPicPr/>
          <p:nvPr/>
        </p:nvPicPr>
        <p:blipFill>
          <a:blip r:embed="rId2"/>
          <a:stretch/>
        </p:blipFill>
        <p:spPr>
          <a:xfrm>
            <a:off x="180000" y="1143000"/>
            <a:ext cx="4849200" cy="31302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3920"/>
            <a:ext cx="9069480" cy="94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de-DE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Bewertung und Auswahl von Ideen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69480" cy="407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Beschreibung von neuen Ideen im Miro-Board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de-DE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Werden im Weekly besprochen, Diskussion über Auswahl/Verbesserungsmöglichkeiten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indent="0">
              <a:lnSpc>
                <a:spcPct val="100000"/>
              </a:lnSpc>
              <a:spcBef>
                <a:spcPts val="1134"/>
              </a:spcBef>
              <a:buNone/>
              <a:tabLst>
                <a:tab algn="l" pos="0"/>
              </a:tabLst>
            </a:pPr>
            <a:r>
              <a:rPr b="0" lang="de-DE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</TotalTime>
  <Application>LibreOffice/25.2.6.2$Linux_X86_64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2025-11-10T14:08:48Z</dcterms:created>
  <dc:creator/>
  <dc:description/>
  <dc:language>de-DE</dc:language>
  <cp:lastModifiedBy/>
  <dcterms:modified xsi:type="dcterms:W3CDTF">2025-11-18T15:10:06Z</dcterms:modified>
  <cp:revision>16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