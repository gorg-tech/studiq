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DDFF27-57B0-4C01-9B64-5825740295E7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120" cy="32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867B67-C862-474E-B349-F5C34D2C29D6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3560"/>
            <a:ext cx="9069120" cy="94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85800" y="3429000"/>
            <a:ext cx="5433480" cy="205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 im Weekly über Umsetzung reden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Meistens haben alle ähnliche Vorstellungen, wie Umsetzung passiert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40000" y="1260000"/>
            <a:ext cx="818388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Software-Architektur sehr stark vom Framework (Django) vorgegeben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Domänenmodell zu Beginn erstellt, seitdem starke Orientierung daran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Auswahl von Architektur nach den persönlichen Erfahrungen mit dieser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3560"/>
            <a:ext cx="9069120" cy="94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894920" cy="407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 startAt="2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Umsetzung der Entwurfsidee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Eric(=Architekt) erstellt Schnittstellen für Frontend-Backend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Anbindungen in spezifischer Datei zu finden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Frontend: Erstellung eines Wireframes(einzeln/gemeinsam) in Miro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5901480" y="1172520"/>
            <a:ext cx="3637440" cy="234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3560"/>
            <a:ext cx="9069120" cy="94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Schwierigkeiten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172520"/>
            <a:ext cx="9069120" cy="343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fehlen bei Implementierung einer Funktion noch Schnittstellen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Müssen im nachhinein noch hinzugefügt werden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Reinfindung in Aufbau von Django-Projekt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Viele kleine Dateien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Dokumentation der Schnittstellen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040000" y="5040000"/>
            <a:ext cx="4678560" cy="35856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ccccc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de-DE" sz="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Miro-Board: https://miro.com/app/board/uXjVICkDR1A=/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3560"/>
            <a:ext cx="9069120" cy="94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Beispiel-Modelle/-Sichten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2057400" y="3657600"/>
            <a:ext cx="5857920" cy="186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180000" y="1143000"/>
            <a:ext cx="4848840" cy="3129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" descr=""/>
          <p:cNvPicPr/>
          <p:nvPr/>
        </p:nvPicPr>
        <p:blipFill>
          <a:blip r:embed="rId3"/>
          <a:stretch/>
        </p:blipFill>
        <p:spPr>
          <a:xfrm>
            <a:off x="8001000" y="1125720"/>
            <a:ext cx="1828800" cy="387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3560"/>
            <a:ext cx="9069120" cy="94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Bewertung und Auswahl von Ideen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120" cy="407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Beschreibung von neuen Ideen im Miro-Board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Werden im Weekly besprochen, Diskussion über Auswahl/Verbesserungsmöglichkeiten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</TotalTime>
  <Application>LibreOffice/25.2.6.2$Linux_X86_64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2025-11-18T15:50:33Z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