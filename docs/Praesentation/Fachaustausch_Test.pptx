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3640" y="561240"/>
            <a:ext cx="907020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de-D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447000" y="5164560"/>
            <a:ext cx="319392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de-D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de-DE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7226640" y="516456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de-D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D329CFD-E2F6-420A-BAA2-11965D195BA1}" type="slidenum">
              <a:rPr b="0" lang="de-D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2</a:t>
            </a:fld>
            <a:endParaRPr b="0" lang="de-DE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503640" y="516456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de-DE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3640" y="1326240"/>
            <a:ext cx="907092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de-DE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de-D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de-D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de-D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de-D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de-D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de-D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3640" y="561240"/>
            <a:ext cx="907020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de-D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503640" y="1326240"/>
            <a:ext cx="907020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de-D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de-D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de-D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de-D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de-D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de-D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Outline Level</a:t>
            </a:r>
            <a:endParaRPr b="0" lang="de-D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ftr" idx="4"/>
          </p:nvPr>
        </p:nvSpPr>
        <p:spPr>
          <a:xfrm>
            <a:off x="3447000" y="5164560"/>
            <a:ext cx="319392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de-D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de-DE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sldNum" idx="5"/>
          </p:nvPr>
        </p:nvSpPr>
        <p:spPr>
          <a:xfrm>
            <a:off x="7226640" y="516456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de-D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518646F-0FB7-4DED-B29C-8928ED944745}" type="slidenum">
              <a:rPr b="0" lang="de-D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de-DE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dt" idx="6"/>
          </p:nvPr>
        </p:nvSpPr>
        <p:spPr>
          <a:xfrm>
            <a:off x="503640" y="516456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de-DE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db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03640" y="225000"/>
            <a:ext cx="9070200" cy="94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Test-Organisation</a:t>
            </a:r>
            <a:endParaRPr b="0" lang="de-D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503640" y="1187280"/>
            <a:ext cx="4536360" cy="356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216000" indent="0">
              <a:lnSpc>
                <a:spcPct val="100000"/>
              </a:lnSpc>
              <a:buNone/>
            </a:pPr>
            <a:r>
              <a:rPr b="0" i="1" lang="de-DE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Bis jetzt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Festlegung einer Hauptverantwortlichen für Tests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Nachträgliches Einfügen von Tests für bereits entwickelten Code im Backend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Front-End-Tests durch Durchklicken (bei Review)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Bei Finden von Bugs -&gt; Issue auf Github erstellen</a:t>
            </a:r>
            <a:endParaRPr b="0" lang="de-D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" name="" descr=""/>
          <p:cNvPicPr/>
          <p:nvPr/>
        </p:nvPicPr>
        <p:blipFill>
          <a:blip r:embed="rId1"/>
          <a:stretch/>
        </p:blipFill>
        <p:spPr>
          <a:xfrm>
            <a:off x="3060360" y="4089600"/>
            <a:ext cx="5039640" cy="1412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PlaceHolder 3"/>
          <p:cNvSpPr txBox="1"/>
          <p:nvPr/>
        </p:nvSpPr>
        <p:spPr>
          <a:xfrm>
            <a:off x="5040000" y="1172160"/>
            <a:ext cx="4536360" cy="356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OpenSymbol"/>
              <a:buAutoNum type="arabicParenR"/>
            </a:pPr>
            <a:r>
              <a:rPr b="0" i="1" lang="de-DE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Zukünftiger Plan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Erstellen von Tests im Zuge der Feature-Entwicklung von jedem Entwickler selbstständig</a:t>
            </a:r>
            <a:endParaRPr b="0" lang="de-DE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Abdeckung der wichtigsten neuen Funktionen mit Tests</a:t>
            </a:r>
            <a:endParaRPr b="0" lang="de-DE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648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mindestens 50% des entwickelten Codes</a:t>
            </a:r>
            <a:endParaRPr b="0" lang="de-DE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db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3640" y="225000"/>
            <a:ext cx="9070200" cy="94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Test-Struktur</a:t>
            </a:r>
            <a:endParaRPr b="0" lang="de-D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" name="" descr=""/>
          <p:cNvPicPr/>
          <p:nvPr/>
        </p:nvPicPr>
        <p:blipFill>
          <a:blip r:embed="rId1"/>
          <a:stretch/>
        </p:blipFill>
        <p:spPr>
          <a:xfrm>
            <a:off x="7020000" y="1173960"/>
            <a:ext cx="2700000" cy="3146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db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03640" y="225000"/>
            <a:ext cx="9070200" cy="94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Testmethoden und -werkzeuge</a:t>
            </a:r>
            <a:endParaRPr b="0" lang="de-D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503640" y="1326240"/>
            <a:ext cx="907020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</a:pPr>
            <a:endParaRPr b="0" lang="de-D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de-D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db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3640" y="225000"/>
            <a:ext cx="9070200" cy="94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Beispiele für Fehleraufeckung</a:t>
            </a:r>
            <a:endParaRPr b="0" lang="de-D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3640" y="1326240"/>
            <a:ext cx="907020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</TotalTime>
  <Application>LibreOffice/25.2.6.2$Linux_X86_64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2025-11-10T14:08:48Z</dcterms:created>
  <dc:creator/>
  <dc:description/>
  <dc:language>de-DE</dc:language>
  <cp:lastModifiedBy/>
  <dcterms:modified xsi:type="dcterms:W3CDTF">2025-12-08T12:14:48Z</dcterms:modified>
  <cp:revision>22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