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0D8D0D-2AD7-4F74-80D4-AAD7A33EFA2A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D29177-0C66-4A05-9E98-62E46D64B6CB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Aufgaben-Management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1312200"/>
            <a:ext cx="5435640" cy="3317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/>
            </a:pPr>
            <a:r>
              <a:rPr b="0" i="1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Vor Meeting: Sammeln von Aufgaben durch User Stories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Herauspicken von passenden Stories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de-DE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Nicht alle Aufgaben von User Stories </a:t>
            </a:r>
            <a:r>
              <a:rPr b="0" lang="de-DE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b="0" lang="de-DE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b="0" lang="de-DE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abgedeckt( zB Tests, Bespieldatenbeschaffung, Bugfixes)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→ PO (Georg) guckt vor Meeting nochmal Programm durch und notiert ‚Baustellen’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" descr=""/>
          <p:cNvPicPr/>
          <p:nvPr/>
        </p:nvPicPr>
        <p:blipFill>
          <a:blip r:embed="rId1"/>
          <a:stretch/>
        </p:blipFill>
        <p:spPr>
          <a:xfrm>
            <a:off x="5940000" y="1312560"/>
            <a:ext cx="4004640" cy="252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" descr=""/>
          <p:cNvPicPr/>
          <p:nvPr/>
        </p:nvPicPr>
        <p:blipFill>
          <a:blip r:embed="rId2"/>
          <a:stretch/>
        </p:blipFill>
        <p:spPr>
          <a:xfrm>
            <a:off x="5715720" y="4082400"/>
            <a:ext cx="4183920" cy="777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Aufgaben-Management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355640" cy="407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AutoNum type="arabicParenR" startAt="2"/>
            </a:pPr>
            <a:r>
              <a:rPr b="0" i="1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Aufgabenzuteilung im Meeting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b="0" lang="de-DE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Teilw freiwilig, teilw mit passender Zuteilung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AutoNum type="arabicParenR"/>
            </a:pPr>
            <a:r>
              <a:rPr b="0" i="1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Aufgabenerfüllung prüfen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b="0" lang="de-DE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Im Meeting vorzeigen, falls niemand Fehler findet, gilt es als abgeschlossen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>
            <a:off x="5466960" y="1620000"/>
            <a:ext cx="3892680" cy="2078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Feedback-Erlangung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Besprechung mit Stakeholdern (alle 4 Wochen)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Ausbauphase der App mit eigenen Zielen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Status von (wichtigen)                                     User Stories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5040000" y="2893680"/>
            <a:ext cx="4723920" cy="2145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Konfliktlösung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Bisher keine größeren Konflikte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Bei Entstehung werden diese angesprochen und möglichst gut für alle Seiten gelöst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Zur Vorbeugung: Veranstaltung eines Teambuildenden Billiardabends im Juli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Erfolge, Probleme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407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Erfolge: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Fortbestand als Team mit gutem Spirit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Allgemeine Zufriedenheit mit App(-entwicklung)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Probleme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Dokumentation (zB in Abgabedokumenten)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LibreOffice/25.2.6.2$Linux_X86_64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2025-11-10T14:08:48Z</dcterms:created>
  <dc:creator/>
  <dc:description/>
  <dc:language>de-DE</dc:language>
  <cp:lastModifiedBy/>
  <dcterms:modified xsi:type="dcterms:W3CDTF">2025-11-11T15:50:42Z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