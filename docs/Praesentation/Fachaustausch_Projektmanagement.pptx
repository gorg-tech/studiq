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E538B0-9F41-4FC1-A90C-50F59A839075}" type="slidenum"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078F8E-A082-43F6-8FBD-A7955C0A0FBC}" type="slidenum"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Aufgaben-Management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004400"/>
            <a:ext cx="5434920" cy="393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i="1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Vor Meeting: Sammeln von Aufgaben durch User Stories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Herauspicken von passenden Stories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Nicht alle Aufgaben von User Stories </a:t>
            </a: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abgedeckt( zB Tests, Bespieldatenbeschaffung, Bugfixes)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PO (Georg) guckt vor Meeting nochmal Programm durch und notiert ‚Baustellen’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0">
              <a:lnSpc>
                <a:spcPct val="100000"/>
              </a:lnSpc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5940000" y="1312560"/>
            <a:ext cx="4003920" cy="252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" descr=""/>
          <p:cNvPicPr/>
          <p:nvPr/>
        </p:nvPicPr>
        <p:blipFill>
          <a:blip r:embed="rId2"/>
          <a:stretch/>
        </p:blipFill>
        <p:spPr>
          <a:xfrm>
            <a:off x="5715720" y="4082400"/>
            <a:ext cx="4183200" cy="77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Aufgaben-Management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354920" cy="40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arenR" startAt="2"/>
            </a:pPr>
            <a:r>
              <a:rPr b="0" i="1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Aufgabenzuteilung im Meeting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de-DE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Teilw freiwilig, teilw mit passender Zuteilung</a:t>
            </a:r>
            <a:endParaRPr b="0" lang="de-D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arenR"/>
            </a:pPr>
            <a:r>
              <a:rPr b="0" i="1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Aufgabenerfüllung prüfen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de-DE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 Meeting vorzeigen, falls niemand Fehler findet, gilt es als abgeschlossen</a:t>
            </a:r>
            <a:endParaRPr b="0" lang="de-D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5466960" y="1620000"/>
            <a:ext cx="3891960" cy="207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Feedback-Erlangung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Besprechung mit Stakeholdern (alle 4 Wochen)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Ausbauphase der App mit eigenen Zielen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 von (wichtigen)                                     User Stories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5040000" y="2893680"/>
            <a:ext cx="4723200" cy="214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"/>
          <p:cNvSpPr/>
          <p:nvPr/>
        </p:nvSpPr>
        <p:spPr>
          <a:xfrm>
            <a:off x="5040000" y="5040000"/>
            <a:ext cx="4680000" cy="360000"/>
          </a:xfrm>
          <a:prstGeom prst="roundRect">
            <a:avLst>
              <a:gd name="adj" fmla="val 16667"/>
            </a:avLst>
          </a:prstGeom>
          <a:noFill/>
          <a:ln w="0">
            <a:solidFill>
              <a:srgbClr val="ccccc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/>
            <a:r>
              <a:rPr b="0" lang="de-DE" sz="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Miro-Board: https://miro.com/app/board/uXjVICkDR1A=/</a:t>
            </a:r>
            <a:endParaRPr b="0" lang="de-DE" sz="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Konfliktlösung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Bisher keine größeren Konflikte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Face-to-Face – Meetings → Konflikte können gut und schnell angesprochen werden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Bei Entstehung werden diese möglichst gut für alle Seiten gelöst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Zur Vorbeugung: Veranstaltung eines Teambuildenden Billiardabends im Juli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Erfolge, Probleme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40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Erfolge: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Fortbestand als Team mit gutem Spirit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Allgemeine Zufriedenheit mit App(-entwicklung)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Probleme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Dokumentation (zB in Abgabedokumenten)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2025-11-10T14:08:48Z</dcterms:created>
  <dc:creator/>
  <dc:description/>
  <dc:language>de-DE</dc:language>
  <cp:lastModifiedBy/>
  <dcterms:modified xsi:type="dcterms:W3CDTF">2025-11-12T22:19:34Z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