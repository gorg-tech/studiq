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EBF8559-3066-4F88-8FE3-A34437EDCF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7069930-AB23-4F8C-BF5F-A42FC8CBBE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  <a:endParaRPr b="0" lang="de-DE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953D1F4-4567-412B-B31D-3614E862580E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&lt;Foliennummer&gt;</a:t>
            </a:fld>
            <a:endParaRPr b="0" lang="de-DE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Aufgaben-Management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12560"/>
            <a:ext cx="5436000" cy="3316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Vor Meeting: Sammeln von Aufgaben durch User Stories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Herauspicken von passenden Stories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Nicht alle Aufgaben von User Stories 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	</a:t>
            </a:r>
            <a:r>
              <a:rPr b="0" lang="de-DE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abgedeckt( zB Tests, Bespieldatenbeschaffung, Bugfixes)</a:t>
            </a:r>
            <a:endParaRPr b="0" lang="de-DE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→ PO (Georg) guckt vor Meeting nochmal Programm durch und notiert ‚Baustellen’</a:t>
            </a:r>
            <a:endParaRPr b="0" lang="de-DE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" descr=""/>
          <p:cNvPicPr/>
          <p:nvPr/>
        </p:nvPicPr>
        <p:blipFill>
          <a:blip r:embed="rId1"/>
          <a:stretch/>
        </p:blipFill>
        <p:spPr>
          <a:xfrm>
            <a:off x="5940000" y="1312560"/>
            <a:ext cx="4005000" cy="252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" name="" descr=""/>
          <p:cNvPicPr/>
          <p:nvPr/>
        </p:nvPicPr>
        <p:blipFill>
          <a:blip r:embed="rId2"/>
          <a:stretch/>
        </p:blipFill>
        <p:spPr>
          <a:xfrm>
            <a:off x="5715720" y="4082400"/>
            <a:ext cx="4184280" cy="777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Aufgaben-Management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35600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spcBef>
                <a:spcPts val="1417"/>
              </a:spcBef>
              <a:buClr>
                <a:srgbClr val="000000"/>
              </a:buClr>
              <a:buFont typeface="OpenSymbol"/>
              <a:buAutoNum type="arabicParenR" startAt="2"/>
            </a:pPr>
            <a:r>
              <a:rPr b="0" i="1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Aufgabenzuteilung im Meeting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b="0" lang="de-DE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freiwilig, teilw mit passender Zuteilung</a:t>
            </a:r>
            <a:endParaRPr b="0" lang="de-D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spcBef>
                <a:spcPts val="1417"/>
              </a:spcBef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Aufgabenerfüllung prüfen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spcBef>
                <a:spcPts val="1134"/>
              </a:spcBef>
              <a:buClr>
                <a:srgbClr val="000000"/>
              </a:buClr>
              <a:buSzPct val="50000"/>
              <a:buFont typeface="Wingdings" charset="2"/>
              <a:buChar char=""/>
            </a:pPr>
            <a:r>
              <a:rPr b="0" lang="de-DE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Im Meeting vorzeigen, falls niemand Fehler findet, gilt es als abgeschlossen</a:t>
            </a:r>
            <a:endParaRPr b="0" lang="de-DE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5466960" y="1620000"/>
            <a:ext cx="3893040" cy="207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Feedback-Erlangung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Besprechung mit Stakeholdern (alle 4 Wochen)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Messung an  Ausbauphase der App mit eigenen Zielen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Status von (großen)                                     User Stories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Gefühl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" name="" descr=""/>
          <p:cNvPicPr/>
          <p:nvPr/>
        </p:nvPicPr>
        <p:blipFill>
          <a:blip r:embed="rId1"/>
          <a:stretch/>
        </p:blipFill>
        <p:spPr>
          <a:xfrm>
            <a:off x="5040000" y="2893680"/>
            <a:ext cx="4724280" cy="2146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Konfliktlösung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Bisher keine größeren Konflikte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 Entstehung werden diese angesprochen und möglichst gut für alle Seiten gelöst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Zur Vorbeugung: Veranstaltung eines Teambuildenden Billiardabends im Juli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Erfolge, Probleme</a:t>
            </a:r>
            <a:endParaRPr b="0" lang="de-DE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40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Erfolge: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Fortbestand als Team mit gutem Spirit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Allgemeine Zufriedenheit mit App(-entwicklung)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Probleme</a:t>
            </a:r>
            <a:endParaRPr b="0" lang="de-DE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0">
              <a:spcBef>
                <a:spcPts val="1134"/>
              </a:spcBef>
              <a:buNone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de-DE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Application>LibreOffice/25.2.6.2$Windows_X86_64 LibreOffice_project/729c5bfe710f5eb71ed3bbde9e06a6065e9c6c5d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2025-11-10T14:52:44Z</dcterms:modified>
  <cp:revision>1</cp:revision>
  <dc:subject/>
  <dc:title/>
</cp:coreProperties>
</file>